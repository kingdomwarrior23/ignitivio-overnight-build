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806 CONNECT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Marketing for Lubbock Businesses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3017520"/>
            <a:ext cx="27432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Guessing. Start Growing.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Lubbock, TX  |  806 Connect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agencies sell services. Clients buy outcomes.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560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55448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373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Guessing at Pricing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Agencies charge based on gut feel, losing money or losing deals entirely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554480"/>
            <a:ext cx="2560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55448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7373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74720" y="21945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Wrong Metrics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74720" y="265176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 content without knowing what success looks like for each client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554480"/>
            <a:ext cx="2560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55448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7373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309360" y="21945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 Churn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09360" y="265176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3-month average lifespan because doubt kills retention before results arrive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Lubbock by the Numbers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9202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4630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$10-$500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237744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lead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niches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06040" y="1188720"/>
            <a:ext cx="19202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606040" y="14630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$297-$4K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743200" y="237744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range vs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 $500-$5K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19202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4630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350+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892040" y="237744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served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top agencies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903720" y="1188720"/>
            <a:ext cx="19202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903720" y="14630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Tiers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040880" y="237744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food trucks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law firms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Things Clients Actually Want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34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118872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Partner, Not a Vendor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20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87452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Metrics, Not Vanity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606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56032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 in 30 Days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0080" y="329184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291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324612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Results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" y="397764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977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393192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Proof That Sticks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Deliver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content. Complete growth systems.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920240" cy="274320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63040"/>
            <a:ext cx="19202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6916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Social Media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Management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265176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Content, scheduling, engagement across all platforms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1463040"/>
            <a:ext cx="1920240" cy="274320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06040" y="1463040"/>
            <a:ext cx="19202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16916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Automation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Chatbots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743200" y="265176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lead capture, booking, and follow-up sequences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463040"/>
            <a:ext cx="1920240" cy="274320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463040"/>
            <a:ext cx="19202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16916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Reputation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Management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92040" y="265176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generation, response templates, brand monitoring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03720" y="1463040"/>
            <a:ext cx="1920240" cy="274320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03720" y="1463040"/>
            <a:ext cx="19202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0" y="16916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 Generation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CRM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040880" y="265176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from first touch to closed deal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Investment That Pays For Itself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food trucks to law firms. There's a plan for every Lubbock business.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82880" y="1188720"/>
            <a:ext cx="164592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82880" y="12801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ESSENTIALS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82880" y="16002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$297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82880" y="20116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233172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platform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265176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posts/mo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29718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AI chatbot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329184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digest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975104" y="1188720"/>
            <a:ext cx="164592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975104" y="12801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75104" y="16002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$797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975104" y="20116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066544" y="233172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platforms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066544" y="265176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posts/mo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066544" y="29718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066544" y="329184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report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767328" y="1188720"/>
            <a:ext cx="1645920" cy="338328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767328" y="1188720"/>
            <a:ext cx="1645920" cy="2743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2" name="Text 20"/>
          <p:cNvSpPr/>
          <p:nvPr/>
        </p:nvSpPr>
        <p:spPr>
          <a:xfrm>
            <a:off x="3767328" y="11887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767328" y="1554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767328" y="18745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$1,497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3767328" y="2286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858768" y="260604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platforms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858768" y="29260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posts/mo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858768" y="324612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booking bot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858768" y="356616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 mgmt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559552" y="1188720"/>
            <a:ext cx="164592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559552" y="12801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DOMINATE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559552" y="16002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$2,497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5559552" y="20116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650992" y="233172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platforms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650992" y="265176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posts/mo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650992" y="29718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voice agent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650992" y="329184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mgmt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351776" y="1188720"/>
            <a:ext cx="164592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351776" y="12801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351776" y="16002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$3,997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7351776" y="20116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443216" y="233172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443216" y="265176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Multi-location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443216" y="29718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ad mgmt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443216" y="329184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In-person strategy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Every Lubbock Business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5603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FOOD TRUCKS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$20K-$42K/mo revenue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$297/mo = 1.4% of revenue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377440"/>
            <a:ext cx="21945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51460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daily locations, menus, events. AI chatbot handles FAQs. Get found when hungry people search.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097280"/>
            <a:ext cx="25603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09728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280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VENDORS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74720" y="1737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$2K-$8K/mo revenue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4720" y="20116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$297/mo = 3-15% of revenue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74720" y="2377440"/>
            <a:ext cx="21945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251460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market days, new products, seasonal specials. Build a following between markets.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097280"/>
            <a:ext cx="25603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09728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1280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SOLOPRENEURS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09360" y="1737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Varies widely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09360" y="20116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$297/mo = one client pays for itself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09360" y="2377440"/>
            <a:ext cx="21945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251460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presence without the overhead. AI booking, lead capture, social proof on autopilot.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Math That Sells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customer per month pays for everything. Everything else is profit.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603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6304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459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FOOD TRUCK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extra customers/day x $15 = $2,250/mo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$297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3017520"/>
            <a:ext cx="21945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1089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7.6x ROI — one lunch rush pays for the month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1463040"/>
            <a:ext cx="25603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46304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16459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PLUMBER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0" y="21031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leads x $105 = $1,050 value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0" y="25603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3-4 jobs = $1,200-$1,600. Cost: $1,497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0" y="3017520"/>
            <a:ext cx="21945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31089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job pays for everything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26480" y="1463040"/>
            <a:ext cx="25603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46304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16459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LAWYER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09360" y="21031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leads x $500 = $2,500 value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9360" y="25603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case = $2,000+. Cost: $2,497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09360" y="3017520"/>
            <a:ext cx="21945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31089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case = breakeven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806 Connect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73152" cy="1554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AI-First Approach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posting content — building intelligent systems that work 24/7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63440" y="1097280"/>
            <a:ext cx="73152" cy="1554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280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Lubbock Local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37760" y="18288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know this market, these businesses, this community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926080"/>
            <a:ext cx="73152" cy="1554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1089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ROI-Focused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36576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metric ties back to revenue, not vanity numbers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292608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2926080"/>
            <a:ext cx="73152" cy="1554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31089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Proactive Partnership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937760" y="36576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reach out before you have to ask. Updates before check-ins.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30-Day Quick Wins Promise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920240" cy="201168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280160"/>
            <a:ext cx="192024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1-7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8288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Setup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2860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CRM, automations, social accounts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1280160"/>
            <a:ext cx="1920240" cy="201168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06040" y="1280160"/>
            <a:ext cx="192024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2606040" y="12801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7-14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0" y="18288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Leads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43200" y="22860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live, DM automations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280160"/>
            <a:ext cx="1920240" cy="201168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280160"/>
            <a:ext cx="192024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2801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14-21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18288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Automations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92040" y="22860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nurture sequences active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03720" y="1280160"/>
            <a:ext cx="1920240" cy="201168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03720" y="1280160"/>
            <a:ext cx="192024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6903720" y="12801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21-30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040880" y="18288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Momentum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40880" y="22860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leads on their phone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trial: First month 50% off. See results before you commit.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risk. No long-term contract. Just results.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to Stop Guessing?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your growth system.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2926080"/>
            <a:ext cx="27432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806 Connect  |  Lubbock, TX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pricing calculator available on request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806 Connect - Pitch Deck</dc:title>
  <dc:subject>PptxGenJS Presentation</dc:subject>
  <dc:creator>806 Connect</dc:creator>
  <cp:lastModifiedBy>806 Connect</cp:lastModifiedBy>
  <cp:revision>1</cp:revision>
  <dcterms:created xsi:type="dcterms:W3CDTF">2026-04-30T03:22:11Z</dcterms:created>
  <dcterms:modified xsi:type="dcterms:W3CDTF">2026-04-30T03:22:11Z</dcterms:modified>
</cp:coreProperties>
</file>